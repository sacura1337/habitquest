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Мы представляем HabitQuest — трекер привычек с геймификацией. Над проектом работали три человека: я отвечал за серверную часть и базу данных, Андрей — за клиентскую часть, Илья — за макет и дизайн-систему. Покажу проект по пяти разделам: техническое задание, сам сайт, фрагменты кода, работу с базой данных и публикацию. Займёт около восьми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 делали втроём. Я — Михаил — отвечал за серверную часть: написал API на FastAPI, спроектировал базу из шести таблиц, сделал регистрацию и вход и опубликовал проект. Андрей сверстал весь интерфейс на React: страницы, формы, таблицы и слайдер. Илья подготовил макет в Figma — мудборд, UI-kit и все экраны в двух темах.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Начну с проблемы. Обычные списки задач быстро надоедают: человек заводит привычку, держится три-пять дней и бросает, потому что результата не видно. HabitQuest решает это игровой механикой — за каждое выполнение начисляется опыт, растёт уровень, сохраняется серия, открываются достижения. Проект рассчитан на студентов и молодых специалистов 17–30 лет, которые хотят наладить режим или учёбу. Наш типичный пользователь — Артём, 19 лет: он быстро загорается и быстро остывает, ему нужен видимый результат каждый день.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Главные функции проекта. Первое — регистрация и вход: пароль не хранится в открытом виде, только его хеш, а доступ идёт по токену. Второе — работа с привычками: можно создать, изменить и удалить привычку, указать категорию, сложность и время напоминания. Третье — отметка выполнения в один клик. Четвёртое — геймификация: опыт, уровень и серии. Пятое — статистика за день, неделю и месяц. Шестое — достижения и профиль.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Структура сайта. Пользователь попадает на главную, оттуда может зарегистрироваться или войти. Дальше открывается личный кабинет, из которого доступны привычки, статистика, достижения и профиль. Для привычки есть отдельная страница с подробностями, а для неизвестного адреса — страница 404.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Дизайн сделан в Figma. Палитра из UI-kit: фиолетовый — основной цвет, он ассоциируется с прогрессом и игрой; зелёным помечаем выполненное, оранжевым — серию, красным — ошибки. Цвет используем только для действий и статусов, чтобы взгляд сразу находил главное. Шрифт — Inter: он хорошо читается на небольших экранах, поэтому мы взяли его и для сайта, и для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главная страница сайта. Здесь видно уровень и опыт пользователя, привычки на сегодня и прогресс до следующего уровня. Справа — как та же страница выглядит на телефоне. Важно: данные на странице не прописаны в коде — они приходят с сервера из базы. Дальше покажу это вживую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Страница привычек: список приходит с сервера, работает поиск и сортировка, новую привычку можно добавить прямо здесь. Страница статистики показывает процент выполнения и график за выбранный период — день, неделю или месяц. Все цифры считает серверная часть по данным из базы.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Сайт адаптивный: на компьютере раскладка в несколько колонок, на телефоне всё перестраивается в одну. В вёрстке пять контрольных точек — от 560 до 1250 пикселей. Есть светлая и тёмная темы, выбор сохраняется. Могу показать вживую: нажму F12 и включу режим телефона.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фрагмент — геймификация, файл gamification.py. Что делает: считает, сколько опыта нужно на уровень и какой уровень у пользователя сейчас. Зачем нужен: без этого нет игрового прогресса, а он — основа мотивации в проекте. Функция level_threshold возвращает порог уровня по формуле. Обратите внимание на целочисленное деление — так не появляется дробных значений. Функция level_from_xp поднимает уровень, пока накопленного опыта хватает. Внизу — сколько опыта даёт привычка разной сложности и бонус за каждые семь дней серии.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фрагмент — клиент API, файл client.js. Что делает: все обращения к серверу идут через одну функцию. Зачем: не нужно в каждом компоненте повторять адрес сервера, заголовок авторизации и разбор ошибок. Без него код страниц был бы в разы больше. Адрес сервера берётся из переменной окружения — поэтому локально сайт работает с одним адресом, а на хостинге с другим, без правки кода. Токен подставляется в заголовок Authorization автоматически; если сервер ответил ошибкой, выбрасывается исключение с понятным текстом, и страница показывает сообщение, а не пустой экран.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фрагмент — защита данных, файл security.py. Что делает: превращает пароль в хеш и выдаёт токен доступа. Зачем: пароль нельзя хранить в открытом виде — если базу украдут, пароли останутся неизвестными. bcrypt специально сделан медленным, поэтому подобрать пароль перебором не получится. Второй функцией выдаём токен: внутрь кладём идентификатор пользователя и срок действия, подписываем секретным ключом. Ключ лежит в переменной окружения, а не в коде, — в репозитории его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про базу данных. Отвечаю на три вопроса: какую выбрали, почему и как сайт с ней работает. Данные у нас связаны между собой: у пользователя есть привычки, у привычки — отметки выполнения. Поэтому нужна реляционная база. Сравнивал три варианта. PostgreSQL мощнее, но требует отдельного сервера — на бесплатном тарифе это лишние сложности. MongoDB не подходит: в ней нет строгих связей, а у нас они важны. Взяли SQLite: вся база — один файл, ничего не надо устанавливать. Важный момент: у SQLite есть известная проблема — на бесплатных хостингах файл базы стирается при перезапуске, если лежит в папке приложения. Мы с этим столкнулись и решили: база размещается в постоянном хранилище /data. Перейти на PostgreSQL можно сменой одной переменной окружения — код поддерживает оба варианта.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Структура базы: шесть таблиц. Главная — users, пользователи. У одного пользователя много привычек; у привычки много отметок выполнения — это таблица habit_completions. Категории — справочник. Достижения лежат отдельно, а таблица user_achievements хранит, кто какое достижение уже получил. Связи заданы внешними ключами с каскадным удалением: удалили пользователя — удалились его привычки и вся история. Всего в базе более четырёхсот шестидесяти записей: пятнадцать привычек, двенадцать достижений и больше четырёхсот отметок выполнения за два месяца.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сайт работает с базой. Браузер не обращается к базе напрямую — только через сервер. Это и есть защита: пароль от базы знает только сервер. Путь такой: браузер отправляет запрос на адрес /api/habits, сервер обрабатывает его, выполняет SQL-запрос и возвращает данные в формате JSON, а страница их рисует. Сервер подключается к базе по строке подключения, она лежит в переменной окружения DATABASE_URL — в репозитории её нет. Для работы с базой использую SQLAlchemy. Пароли храним только в виде хеша bcrypt, а запросы идут с параметрами, поэтому SQL-инъекция невозможна. Значения переменных я не показываю — только названия.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про хостинг. У проекта четыре части, и они лежат на разных сервисах. Исходный код — на GitHub, там же история изменений. Серверная часть опубликована на российском хостинге Amvera Cloud: он доступен из России и не требует иностранной карты. База данных живёт рядом с сервером в постоянном хранилище /data — так она переживает пересборку. Собранный интерфейс я встроил прямо в сервер, поэтому сайт и API открываются по одному адресу, и проблема CORS исчезла.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новая версия попадает на сайт. Я меняю код, делаю коммит и отправляю его на GitHub. Хостинг сам замечает изменения, собирает проект и через одну-две минуты выкладывает новую версию. Вручную ничего загружать не нужно. Почему выбрали Amvera: он доступен из России, работает без иностранной карты, сам собирает проект после отправки кода и даёт бесплатный HTTPS. Честно про трудности. Первая: база данных стиралась при каждой пересборке — созданные пользователи пропадали. Оказалось, файл лежал в папке приложения, которую хостинг заменяет. Перенесли базу в постоянное хранилище — проблема ушла. Вторая: браузер блокировал запросы из-за CORS. Решили, разместив сайт на том же домене, что и сервер. Третья: не хватало драйвера PostgreSQL — добавили.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Итоги. Получилось полностью рабочее приложение: одиннадцать страниц, база из шести таблиц, двадцать методов API. Регистрация, работа с привычками, статистика и достижения работают. Сайт, сервер и база опубликованы и открываются по одной ссылке. Главная трудность была с базой данных: при пересборке пропадали созданные аккаунты. Разобрались, почему так происходит, и перенесли базу в постоянное хранилище. Что можно улучшить: добавить настоящие напоминания — сейчас время хранится, но уведомления не отправляются; сделать восстановление пароля; при росте нагрузки перейти на PostgreSQL; усложнить условия выдачи достижений.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Ссылки на проект. Работающий сайт открывается по первой ссылке — можно отсканировать QR-код с экрана. Там же опубликован сервер. Исходный код лежит на GitHub, макет — в Figma. Спасибо за внимание,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28016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HabitQuest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0">
                <a:solidFill>
                  <a:srgbClr val="A5B4FC"/>
                </a:solidFill>
                <a:latin typeface="Segoe UI"/>
              </a:rPr>
              <a:t>Трекер привычек с геймификацией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УП.08 «Разработка дизайна веб-приложений» · МДК.08.02 · ПК 8.2, ПК 8.3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83280"/>
            <a:ext cx="10424160" cy="1691640"/>
          </a:xfrm>
          <a:prstGeom prst="rect">
            <a:avLst/>
          </a:prstGeom>
          <a:solidFill>
            <a:srgbClr val="15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204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A5B4FC"/>
                </a:solidFill>
                <a:latin typeface="Segoe UI"/>
              </a:rPr>
              <a:t>Над проектом работали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Михаил Лютоев — серверная часть, база данных, API
Андрей Тимофеев — клиентская часть, вёрстка, страницы
Илья Мальцев — макет и дизайн-система, UI/UX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Группа: 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A5B4FC"/>
                </a:solidFill>
                <a:latin typeface="Segoe UI"/>
              </a:rPr>
              <a:t>https://habitquest-api-sacura1337.msk1.amvera.tech/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Команда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Три участника, три зоны ответственности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5643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456432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29992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6366F1"/>
                </a:solidFill>
                <a:latin typeface="Segoe UI"/>
              </a:rPr>
              <a:t>Михаил Лютоев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99923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Серверная часть и база данных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FastAPI и SQLAlchemy, шесть связанных таблиц с миграциями, регистрация и вход по токену, публикация на хостинге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691640"/>
            <a:ext cx="345643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691640"/>
            <a:ext cx="34564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92808"/>
            <a:ext cx="29992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10B981"/>
                </a:solidFill>
                <a:latin typeface="Segoe UI"/>
              </a:rPr>
              <a:t>Андрей Тимофеев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299923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Клиентская часть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Вёрстка всех страниц на React, маршрутизация, формы, таблицы с поиском, слайдер и анимации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1691640"/>
            <a:ext cx="345643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691640"/>
            <a:ext cx="345643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892808"/>
            <a:ext cx="29992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F59E0B"/>
                </a:solidFill>
                <a:latin typeface="Segoe UI"/>
              </a:rPr>
              <a:t>Илья Мальцев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468880"/>
            <a:ext cx="299923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Макет и дизайн-система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Макет в Figma: мудборд, UI-kit, вайрфреймы, экраны в светлой и тёмной темах, тестирование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Проблема и аудитория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Техническое задание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4924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EF4444"/>
                </a:solidFill>
                <a:latin typeface="Segoe UI"/>
              </a:rP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400" b="0">
                <a:solidFill>
                  <a:srgbClr val="0F172A"/>
                </a:solidFill>
                <a:latin typeface="Segoe UI"/>
              </a:rPr>
              <a:t>Человек бросает полезную привычку за 3–5 дней: начальный запал проходит, а результата не видно.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Обычный список задач не показывает, сколько уже сделано и где произошёл срыв.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2578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52578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10B981"/>
                </a:solidFill>
                <a:latin typeface="Segoe UI"/>
              </a:rPr>
              <a:t>Решение и аудитория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Игра вместо списка: опыт, уровни, серии, достижения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Прогресс виден каждый день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Аудитория: студенты и молодые специалисты 17–30 лет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Персона: Артём, 19 лет — теряет мотивацию, нужен видимый результат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Функции сайта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Что пользователь может сделать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56432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456432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6366F1"/>
                </a:solidFill>
                <a:latin typeface="Segoe UI"/>
              </a:rPr>
              <a:t>Авторизация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Регистрация и вход, пароль хранится в виде хеша, доступ по токену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737360"/>
            <a:ext cx="3456432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737360"/>
            <a:ext cx="34564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11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10B981"/>
                </a:solidFill>
                <a:latin typeface="Segoe UI"/>
              </a:rPr>
              <a:t>Привычки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60604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Создание, изменение и удаление, категория, сложность, время напоминания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1737360"/>
            <a:ext cx="3456432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737360"/>
            <a:ext cx="345643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011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F59E0B"/>
                </a:solidFill>
                <a:latin typeface="Segoe UI"/>
              </a:rPr>
              <a:t>Отметка выполнения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60604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Один клик, опыт начисляется автоматически, отметку можно отменить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3456432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3456432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06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3B82F6"/>
                </a:solidFill>
                <a:latin typeface="Segoe UI"/>
              </a:rPr>
              <a:t>Геймификация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Опыт, уровень, прогресс до следующего, текущая и лучшая серия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3931920"/>
            <a:ext cx="3456432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3931920"/>
            <a:ext cx="3456432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4206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8B5CF6"/>
                </a:solidFill>
                <a:latin typeface="Segoe UI"/>
              </a:rPr>
              <a:t>Статистика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8006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Сводка за день, неделю и месяц, график, процент выполнения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0144" y="3931920"/>
            <a:ext cx="3456432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3931920"/>
            <a:ext cx="3456432" cy="5486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42062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64748B"/>
                </a:solidFill>
                <a:latin typeface="Segoe UI"/>
              </a:rPr>
              <a:t>Достижения и профиль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480060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Двенадцать достижений с условиями, аватар и общая статистика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Структура сайта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Карта сайта: одиннадцать маршрутов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1142" y="1636776"/>
            <a:ext cx="6519236" cy="43159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06" y="1691640"/>
            <a:ext cx="640950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Дизайн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Цвета и шрифт взяты из UI-kit проекта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#6366F1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Основной</a:t>
            </a:r>
          </a:p>
        </p:txBody>
      </p:sp>
      <p:sp>
        <p:nvSpPr>
          <p:cNvPr id="10" name="Oval 9"/>
          <p:cNvSpPr/>
          <p:nvPr/>
        </p:nvSpPr>
        <p:spPr>
          <a:xfrm>
            <a:off x="2331720" y="1828800"/>
            <a:ext cx="868680" cy="8686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78892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#10B981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15468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Выполнено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1828800"/>
            <a:ext cx="868680" cy="8686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78892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#F59E0B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15468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Серия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0" y="1828800"/>
            <a:ext cx="868680" cy="8686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78892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Segoe UI"/>
              </a:rPr>
              <a:t>#EF4444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15468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Ошибка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5349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6366F1"/>
                </a:solidFill>
                <a:latin typeface="Segoe UI"/>
              </a:rPr>
              <a:t>Шрифт —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Хорошо читается на телефоне, поэтому взяли его для всего интерфейса и для презентации.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749039"/>
            <a:ext cx="52578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6366F1"/>
                </a:solidFill>
                <a:latin typeface="Segoe UI"/>
              </a:rPr>
              <a:t>Почему такие цвета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40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Фиолетовый — цвет прогресса и игры. Зелёный отмечает выполненное, оранжевый — серию. Цвет используется только для действий и статусов.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Сайт: главная страница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Открывается по ссылке, данные приходят с сервера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9571" y="1636776"/>
            <a:ext cx="6681978" cy="422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35" y="1691640"/>
            <a:ext cx="657225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5216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Личный кабинет: уровень, опыт, привычки на сегодня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31961" y="1636776"/>
            <a:ext cx="2452878" cy="422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mobil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1691640"/>
            <a:ext cx="234315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0" y="58521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На телефоне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Сайт: привычки и статистика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Поиск, фильтры и графики работают на реальных данных</a:t>
            </a:r>
          </a:p>
        </p:txBody>
      </p:sp>
      <p:sp>
        <p:nvSpPr>
          <p:cNvPr id="7" name="Rectangle 6"/>
          <p:cNvSpPr/>
          <p:nvPr/>
        </p:nvSpPr>
        <p:spPr>
          <a:xfrm>
            <a:off x="1457973" y="1636776"/>
            <a:ext cx="3713454" cy="422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habit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37" y="1691640"/>
            <a:ext cx="3603726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5216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Список привычек: поиск и сортировка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3899" y="1636776"/>
            <a:ext cx="3385842" cy="422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statistics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763" y="1691640"/>
            <a:ext cx="3276114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585216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Статистика: день, неделя, месяц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Адаптивность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Одна и та же страница на компьютере и на телефоне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73811" y="1636776"/>
            <a:ext cx="6681978" cy="422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dashboard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691640"/>
            <a:ext cx="657225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5216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Компьютер, 1440 пикселей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08976" y="2528923"/>
            <a:ext cx="3767328" cy="24402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dashboar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583787"/>
            <a:ext cx="3657600" cy="23305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58521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Тёмная тема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Код: геймификация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app/services/gamification.py — расчёт уровня и начисление опыта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4114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37944"/>
            <a:ext cx="1047902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7DD3FC"/>
                </a:solidFill>
                <a:latin typeface="Consolas"/>
              </a:rPr>
              <a:t># Порог уровня: сколько опыта нужно накопить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def level_threshold(level: int)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if level &lt;= 1: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    return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return 100 * (level - 1) * level //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def level_from_xp(xp: int)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level 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while level_threshold(level + 1) &lt;= xp: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    level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return level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7DD3FC"/>
                </a:solidFill>
                <a:latin typeface="Consolas"/>
              </a:rPr>
              <a:t># Опыт за выполнение и бонус за длинную серию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XP_BY_DIFFICULTY = {'easy': 10, 'medium': 20, 'hard': 30}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bonus = 5 * (streak // 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Код: клиент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src/api/client.js — единая точка обращений к серверу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4114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37944"/>
            <a:ext cx="1047902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// Адрес сервера задаётся при сборке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export const SERVER_URL =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import.meta.env.VITE_API_URL ?? 'http://127.0.0.1:8000'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).replace(/\/+$/, '')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export async function request(path, options = {})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const headers = { Accept: 'application/json'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const token = getToken()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if (token) headers.Authorization = `Bearer ${token}`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const response = await fetch(SERVER_URL + '/api' + path,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...options, headers,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if (!response.ok) throw new ApiError(...)  // понятный текст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return response.json()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Код: защита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app/core/security.py — хеширование пароля и выдача токена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41148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37944"/>
            <a:ext cx="10479024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def hash_password(password: str)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"""Вернуть bcrypt-хеш пароля."""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raw = password.encode("utf-8")[:72]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return bcrypt.hashpw(raw, bcrypt.gensalt()).decode()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def create_access_token(subject)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now = datetime.now(timezone.utc)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payload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    "sub": str(subject),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    "exp": now + timedelta(minutes=minutes),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return jwt.encode(payload, settings.SECRET_KEY,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2E8F0"/>
                </a:solidFill>
                <a:latin typeface="Consolas"/>
              </a:rPr>
              <a:t>                      algorithm=settings.ALGORITHM)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База данных: почему такая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Сравнение с альтернативами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257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СУБД</a:t>
                      </a:r>
                    </a:p>
                  </a:txBody>
                  <a:tcPr anchor="ctr" marL="73152" marR="73152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Плюсы</a:t>
                      </a:r>
                    </a:p>
                  </a:txBody>
                  <a:tcPr anchor="ctr" marL="73152" marR="73152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Минусы</a:t>
                      </a:r>
                    </a:p>
                  </a:txBody>
                  <a:tcPr anchor="ctr" marL="73152" marR="73152">
                    <a:solidFill>
                      <a:srgbClr val="6366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SQLite — наш выбор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Ничего не надо ставить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Файл стирается вне /data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Надёжные связи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Нужен отдельный сервер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MongoDB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Гибкая структура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Нет строгих связей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069080"/>
            <a:ext cx="108813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069080"/>
            <a:ext cx="54864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10B981"/>
                </a:solidFill>
                <a:latin typeface="Segoe UI"/>
              </a:rPr>
              <a:t>Почему выбрали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26864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Данные проекта связаны между собой, поэтому нужна реляционная база. Взяли SQLite: он не требует отдельного сервера, а на хостинге лежит в постоянном хранилище и переживает пересборку.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Структура базы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Шесть связанных таблиц, более 460 записей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1912" y="1636776"/>
            <a:ext cx="5705856" cy="4224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691640"/>
            <a:ext cx="5596128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2103120"/>
            <a:ext cx="301752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286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Что где лежит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697480"/>
            <a:ext cx="25603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users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учётные записи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habits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привычки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habit_completions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история выполнения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categories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категории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achievements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достижения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user_achievements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Segoe UI"/>
              </a:rPr>
              <a:t>кто что получил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Как сайт работает с базой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Прямого доступа к базе у браузера нет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4688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6366F1"/>
                </a:solidFill>
                <a:latin typeface="Segoe UI"/>
              </a:rPr>
              <a:t>Браузер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React на сайте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031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8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78308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78308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9385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3B82F6"/>
                </a:solidFill>
                <a:latin typeface="Segoe UI"/>
              </a:rPr>
              <a:t>Запрос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377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GET /api/habits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1031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8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385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10B981"/>
                </a:solidFill>
                <a:latin typeface="Segoe UI"/>
              </a:rPr>
              <a:t>Сервер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1031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8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39" y="178308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39" y="178308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193852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F59E0B"/>
                </a:solidFill>
                <a:latin typeface="Segoe UI"/>
              </a:rPr>
              <a:t>База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3774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Ответ возвращается тем же путём в виде 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9476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77639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6366F1"/>
                </a:solidFill>
                <a:latin typeface="Segoe UI"/>
              </a:rPr>
              <a:t>Безопасность данных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 b="1">
                <a:solidFill>
                  <a:srgbClr val="6366F1"/>
                </a:solidFill>
                <a:latin typeface="Segoe UI"/>
              </a:rPr>
              <a:t>•  </a:t>
            </a:r>
            <a:r>
              <a:rPr sz="1900">
                <a:solidFill>
                  <a:srgbClr val="0F172A"/>
                </a:solidFill>
                <a:latin typeface="Segoe UI"/>
              </a:rPr>
              <a:t>Пароли хранятся только в виде хеша bcrypt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 b="1">
                <a:solidFill>
                  <a:srgbClr val="6366F1"/>
                </a:solidFill>
                <a:latin typeface="Segoe UI"/>
              </a:rPr>
              <a:t>•  </a:t>
            </a:r>
            <a:r>
              <a:rPr sz="1900">
                <a:solidFill>
                  <a:srgbClr val="0F172A"/>
                </a:solidFill>
                <a:latin typeface="Segoe UI"/>
              </a:rPr>
              <a:t>Запросы к базе идут через ORM — SQL-инъекции невозможны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 b="1">
                <a:solidFill>
                  <a:srgbClr val="6366F1"/>
                </a:solidFill>
                <a:latin typeface="Segoe UI"/>
              </a:rPr>
              <a:t>•  </a:t>
            </a:r>
            <a:r>
              <a:rPr sz="1900">
                <a:solidFill>
                  <a:srgbClr val="0F172A"/>
                </a:solidFill>
                <a:latin typeface="Segoe UI"/>
              </a:rPr>
              <a:t>Адрес базы лежит в переменной окружения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94760"/>
            <a:ext cx="525780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977639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6366F1"/>
                </a:solidFill>
                <a:latin typeface="Segoe UI"/>
              </a:rPr>
              <a:t>Настройки хостинга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52628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0">
                <a:solidFill>
                  <a:srgbClr val="64748B"/>
                </a:solidFill>
                <a:latin typeface="Consolas"/>
              </a:rPr>
              <a:t>DATABASE_URL · SECRET_KEY · ALGORITHM
ACCESS_TOKEN_EXPIRE_MINUTES · CORS_ORIGINS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Где размещён проект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Каждая часть — на своём сервисе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Часть проекта</a:t>
                      </a:r>
                    </a:p>
                  </a:txBody>
                  <a:tcPr anchor="ctr" marL="73152" marR="73152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Сервис</a:t>
                      </a:r>
                    </a:p>
                  </a:txBody>
                  <a:tcPr anchor="ctr" marL="73152" marR="73152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Что там хранится</a:t>
                      </a:r>
                    </a:p>
                  </a:txBody>
                  <a:tcPr anchor="ctr" marL="73152" marR="73152">
                    <a:solidFill>
                      <a:srgbClr val="636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Фронтенд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Amvera, вместе с сервером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Файлы сайта: HTML, CSS, JS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Бэкенд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Amvera Cloud, Москва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Сервер, отвечает на /api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База данных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Amvera, хранилище /data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Файл базы SQLite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Код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GitHub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F172A"/>
                          </a:solidFill>
                          <a:latin typeface="Segoe UI"/>
                        </a:rPr>
                        <a:t>Исходный код и история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709160"/>
            <a:ext cx="54864" cy="13258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6366F1"/>
                </a:solidFill>
                <a:latin typeface="Segoe UI"/>
              </a:rPr>
              <a:t>https://habitquest-api-sacura1337.msk1.amvera.tech/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Сайт и API открываются по одному адресу — собранный интерфейс встроен в сервер.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Как происходит публикация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Обновление сайта — одна команда git 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965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96596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691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6366F1"/>
                </a:solidFill>
                <a:latin typeface="Segoe UI"/>
              </a:rPr>
              <a:t>Изменяем код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21031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1215" y="1783080"/>
            <a:ext cx="1965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215" y="1783080"/>
            <a:ext cx="1965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5" y="2057400"/>
            <a:ext cx="1691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3B82F6"/>
                </a:solidFill>
                <a:latin typeface="Segoe UI"/>
              </a:rPr>
              <a:t>git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21031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783080"/>
            <a:ext cx="1965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2352" y="1783080"/>
            <a:ext cx="19659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057400"/>
            <a:ext cx="1691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10B981"/>
                </a:solidFill>
                <a:latin typeface="Segoe UI"/>
              </a:rPr>
              <a:t>git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1031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3488" y="1783080"/>
            <a:ext cx="1965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33488" y="1783080"/>
            <a:ext cx="19659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057400"/>
            <a:ext cx="1691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Хостинг собирает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10312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64624" y="1783080"/>
            <a:ext cx="1965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64624" y="1783080"/>
            <a:ext cx="196596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2057400"/>
            <a:ext cx="1691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8B5CF6"/>
                </a:solidFill>
                <a:latin typeface="Segoe UI"/>
              </a:rPr>
              <a:t>Новая версия на сайте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00400"/>
            <a:ext cx="534924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200400"/>
            <a:ext cx="53492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290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10B981"/>
                </a:solidFill>
                <a:latin typeface="Segoe UI"/>
              </a:rPr>
              <a:t>Почему этот хостинг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6366F1"/>
                </a:solidFill>
                <a:latin typeface="Segoe UI"/>
              </a:rPr>
              <a:t>•  </a:t>
            </a:r>
            <a:r>
              <a:rPr sz="1900">
                <a:solidFill>
                  <a:srgbClr val="0F172A"/>
                </a:solidFill>
                <a:latin typeface="Segoe UI"/>
              </a:rPr>
              <a:t>Доступен и оплачивается из России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6366F1"/>
                </a:solidFill>
                <a:latin typeface="Segoe UI"/>
              </a:rPr>
              <a:t>•  </a:t>
            </a:r>
            <a:r>
              <a:rPr sz="1900">
                <a:solidFill>
                  <a:srgbClr val="0F172A"/>
                </a:solidFill>
                <a:latin typeface="Segoe UI"/>
              </a:rPr>
              <a:t>Автоматическая сборка после git push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6366F1"/>
                </a:solidFill>
                <a:latin typeface="Segoe UI"/>
              </a:rPr>
              <a:t>•  </a:t>
            </a:r>
            <a:r>
              <a:rPr sz="1900">
                <a:solidFill>
                  <a:srgbClr val="0F172A"/>
                </a:solidFill>
                <a:latin typeface="Segoe UI"/>
              </a:rPr>
              <a:t>Бесплатный HTTPS и адрес сайта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200400"/>
            <a:ext cx="525780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200400"/>
            <a:ext cx="5257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42900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F59E0B"/>
                </a:solidFill>
                <a:latin typeface="Segoe UI"/>
              </a:rPr>
              <a:t>Трудности и решения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>
                <a:solidFill>
                  <a:srgbClr val="0F172A"/>
                </a:solidFill>
                <a:latin typeface="Segoe UI"/>
              </a:rPr>
              <a:t>База стиралась при пересборке — перенесли в /data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>
                <a:solidFill>
                  <a:srgbClr val="0F172A"/>
                </a:solidFill>
                <a:latin typeface="Segoe UI"/>
              </a:rPr>
              <a:t>CORS блокировал запросы — вынесли сайт на тот же домен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>
                <a:solidFill>
                  <a:srgbClr val="0F172A"/>
                </a:solidFill>
                <a:latin typeface="Segoe UI"/>
              </a:rPr>
              <a:t>Не хватало драйвера PostgreSQL — добавили psycopg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84280" y="635508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Итоги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24128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Что получилось и что можно улучшить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4924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10B981"/>
                </a:solidFill>
                <a:latin typeface="Segoe UI"/>
              </a:rPr>
              <a:t>Что получилось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Одиннадцать страниц, шесть таблиц, двадцать методов API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Регистрация и вход, работа с привычками, статистика, достижения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Сайт, сервер и база опубликованы и работают по ссылке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6366F1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Стек: React и FastAPI, SQLAlchemy, Alembic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2578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257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F59E0B"/>
                </a:solidFill>
                <a:latin typeface="Segoe UI"/>
              </a:rPr>
              <a:t>Что можно улучшить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Напоминания: время хранится, но уведомления не отправляются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Восстановление пароля и подтверждение адреса почты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Переход на PostgreSQL при росте нагрузки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  <a:latin typeface="Segoe UI"/>
              </a:rPr>
              <a:t>•  </a:t>
            </a:r>
            <a:r>
              <a:rPr sz="2000">
                <a:solidFill>
                  <a:srgbClr val="0F172A"/>
                </a:solidFill>
                <a:latin typeface="Segoe UI"/>
              </a:rPr>
              <a:t>Гибкие условия выдачи достижений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Ссылки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371600"/>
            <a:ext cx="118872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7223760" cy="1005840"/>
          </a:xfrm>
          <a:prstGeom prst="rect">
            <a:avLst/>
          </a:prstGeom>
          <a:solidFill>
            <a:srgbClr val="15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9280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A5B4FC"/>
                </a:solidFill>
                <a:latin typeface="Segoe UI"/>
              </a:rPr>
              <a:t>Работающий сайт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58568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https://habitquest-api-sacura1337.msk1.amvera.tech/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7223760" cy="1005840"/>
          </a:xfrm>
          <a:prstGeom prst="rect">
            <a:avLst/>
          </a:prstGeom>
          <a:solidFill>
            <a:srgbClr val="15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8152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A5B4FC"/>
                </a:solidFill>
                <a:latin typeface="Segoe UI"/>
              </a:rPr>
              <a:t>Репозиторий на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47288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https://github.com/sacura1337/habitquest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60520"/>
            <a:ext cx="7223760" cy="1005840"/>
          </a:xfrm>
          <a:prstGeom prst="rect">
            <a:avLst/>
          </a:prstGeom>
          <a:solidFill>
            <a:srgbClr val="15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0">
                <a:solidFill>
                  <a:srgbClr val="A5B4FC"/>
                </a:solidFill>
                <a:latin typeface="Segoe UI"/>
              </a:rPr>
              <a:t>Макет в Figma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36008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https://www.figma.com/design/U2nB966Xfexjc2zSSvmwAC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783080"/>
            <a:ext cx="301752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1965960"/>
            <a:ext cx="2560320" cy="2560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0" y="4617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Наведите камеру телефона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A5B4FC"/>
                </a:solidFill>
                <a:latin typeface="Segoe UI"/>
              </a:rPr>
              <a:t>Спасибо за внимание! Готовы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HabitQuest — трекер привычек с геймификацией</dc:title>
  <dc:subject>Учебная практика УП.08</dc:subject>
  <dc:creator>Команда HabitQuest</dc:creator>
  <cp:keywords/>
  <dc:description/>
  <cp:lastModifiedBy>Михаил Лютоев</cp:lastModifiedBy>
  <cp:revision>1</cp:revision>
  <dcterms:created xsi:type="dcterms:W3CDTF">2013-01-27T09:14:16Z</dcterms:created>
  <dcterms:modified xsi:type="dcterms:W3CDTF">2013-01-27T09:15:58Z</dcterms:modified>
  <cp:category/>
</cp:coreProperties>
</file>